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 presentar dos opciones de matriz 2x2 para posicionar nuestros cursos. Cada una cuenta una historia distinta sobre la marca: la primera nos sirve para vender y diferenciar; la segunda para narrar la marca de forma más filosófica. La idea es elegir una (o usar ambas según la audiencia).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matriz cruza dos preguntas simples: ¿la experiencia mira al individuo o a la relación? y ¿está pensada para vivir mejor lo cotidiano o para atravesar un quiebre? Distribuye bien los cinco módulos de PersonaLab y deja a Trascendencia en el cuadrante de transición relacional. Hueco visible: tenemos solo un módulo en presencia individual cotidiana — espacio para crecer si queremos atraer a personas que aún no están en transición.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matriz es más filosófica: cuenta el recorrido humano completo. Eje horizontal: la pregunta existencial (¿quién soy? versus ¿qué dejo?). Eje vertical: si la experiencia abre algo nuevo o cierra algo que termina. Es excelente para narrativa de marca y para mostrar a un cliente que tenemos un mapa coherente, no un catálogo suelto. Trascendencia y Nido Vacío quedan claramente en construcción de legado.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dos matrices no compiten — sirven para audiencias y momentos distintos. Opción 1 es más comercial y operativa: ayuda a facilitadores a elegir y a nosotros a ver huecos en el portafolio. Opción 2 es más narrativa: muestra la coherencia filosófica del proyecto y funciona muy bien en presentaciones de marca o cierres de retiros.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4MEANING · MARCO ESTRATÉGICO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de posicionamiento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nuestros cursos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organizar nuestros módulos de PersonaLab y Trascendencia para entender qué ofrecemos, a quién, y dónde tenemos huecos por crecer.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A7BE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520440"/>
            <a:ext cx="73152" cy="13258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× Momento de vida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venta y diferenciación. Cuadrantes que tu audiencia entiende sin filosofía.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520440"/>
            <a:ext cx="40233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A7BE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520440"/>
            <a:ext cx="73152" cy="1325880"/>
          </a:xfrm>
          <a:prstGeom prst="rect">
            <a:avLst/>
          </a:prstGeom>
          <a:solidFill>
            <a:srgbClr val="8C3A2F"/>
          </a:solidFill>
          <a:ln w="12700">
            <a:solidFill>
              <a:srgbClr val="8C3A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× Trayectoria existencial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4632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narrativa de marca. Mapa filosófico del recorrido humano.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PersonaLab · Trascendencia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× Momento de vida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quién apunta la experiencia y qué momento atraviesa esa persona o grupo.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CONTINUIDAD  ·  cotidiano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47731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TRANSICIÓN  ·  quiebre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HACIA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ADENTRO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 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1783080"/>
            <a:ext cx="3017520" cy="1463040"/>
          </a:xfrm>
          <a:prstGeom prst="rect">
            <a:avLst/>
          </a:prstGeom>
          <a:solidFill>
            <a:srgbClr val="EAE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Presencia y autoconocimiento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Vivir mejor lo que ya soy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496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Presente como Regalo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3017520" cy="1463040"/>
          </a:xfrm>
          <a:prstGeom prst="rect">
            <a:avLst/>
          </a:prstGeom>
          <a:solidFill>
            <a:srgbClr val="D8E2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Conexión y comunicación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Vincularse mejor en lo cotidiano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496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de la Comunicación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54480" y="3246120"/>
            <a:ext cx="3017520" cy="1463040"/>
          </a:xfrm>
          <a:prstGeom prst="rect">
            <a:avLst/>
          </a:prstGeom>
          <a:solidFill>
            <a:srgbClr val="E8CF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Reinvención personal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Rediseñarse ante un quiebre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95935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Metamorfosis y Metanoia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Pincelada a la Muerte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3017520" cy="1463040"/>
          </a:xfrm>
          <a:prstGeom prst="rect">
            <a:avLst/>
          </a:prstGeom>
          <a:solidFill>
            <a:srgbClr val="DCC9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Reconfiguración de vínculos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la relación ante un cambio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95935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Nido Vacío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Trascendencia (retiros familiares)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783080"/>
            <a:ext cx="0" cy="292608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3246120"/>
            <a:ext cx="603504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× Trayectoria existencial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 existencial responde la experiencia, y en qué fase del recorrido humano se vive.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APERTURA  ·  construir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47731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CIERRE  ·  soltar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¿QUIÉN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(identidad)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3063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DEJO? 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(legado)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1783080"/>
            <a:ext cx="3017520" cy="1463040"/>
          </a:xfrm>
          <a:prstGeom prst="rect">
            <a:avLst/>
          </a:prstGeom>
          <a:solidFill>
            <a:srgbClr val="EAE0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Despertar la identidad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manera de ser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91640" y="2496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Presente como Regalo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de la Comunicación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3017520" cy="1463040"/>
          </a:xfrm>
          <a:prstGeom prst="rect">
            <a:avLst/>
          </a:prstGeom>
          <a:solidFill>
            <a:srgbClr val="D8E2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92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Sembrar legado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194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lo que trascenderá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49631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Nido Vacío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Trascendencia (retiros familiares)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554480" y="3246120"/>
            <a:ext cx="3017520" cy="1463040"/>
          </a:xfrm>
          <a:prstGeom prst="rect">
            <a:avLst/>
          </a:prstGeom>
          <a:solidFill>
            <a:srgbClr val="E8CF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Soltar lo que ya no soy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capítulos personales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95935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Metamorfosis y Metanoia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246120"/>
            <a:ext cx="3017520" cy="1463040"/>
          </a:xfrm>
          <a:prstGeom prst="rect">
            <a:avLst/>
          </a:prstGeom>
          <a:solidFill>
            <a:srgbClr val="DCC9C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355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Honrar lo que se 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con sentido y propósito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3959352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Pincelada a la Muerte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783080"/>
            <a:ext cx="0" cy="292608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3246120"/>
            <a:ext cx="6035040" cy="0"/>
          </a:xfrm>
          <a:prstGeom prst="line">
            <a:avLst/>
          </a:prstGeom>
          <a:noFill/>
          <a:ln w="12700">
            <a:solidFill>
              <a:srgbClr val="2C2C2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¿Cuándo usar cada matriz?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A7BE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73152" cy="3063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× Momento de vida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interlocutor es un cliente, facilitador o moderador que necesita decidir qué módulo aplica.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queremos venta clara: lenguaje directo, sin filosofía, lleno de utilidad.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contexto es comercial: propuestas, brochures, llamadas de descubrimiento.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detectar huecos de portafolio (cuadrantes con poca oferta).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A7BE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73152" cy="3063240"/>
          </a:xfrm>
          <a:prstGeom prst="rect">
            <a:avLst/>
          </a:prstGeom>
          <a:solidFill>
            <a:srgbClr val="8C3A2F"/>
          </a:solidFill>
          <a:ln w="12700">
            <a:solidFill>
              <a:srgbClr val="8C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801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Identidad × Trayectoria existencial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interlocutor quiere entender la filosofía y el alma del proyecto.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queremos narrativa de marca: presentaciones internas, charlas, prensa, manifiestos.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contexto es inspiracional: cierre de retiros, cápsulas de contenido, comunidad.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mostrar coherencia: somos un mapa, no un catálogo suelto.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</a:t>
            </a:r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Opción 1 a clientes y facilitadores; Opción 2 para narrativa interna y contenido de marca. Ambas conviven.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 de Posicionamiento de Contenido</dc:title>
  <dc:subject>PptxGenJS Presentation</dc:subject>
  <dc:creator>4Meaning</dc:creator>
  <cp:lastModifiedBy>4Meaning</cp:lastModifiedBy>
  <cp:revision>1</cp:revision>
  <dcterms:created xsi:type="dcterms:W3CDTF">2026-05-07T15:21:51Z</dcterms:created>
  <dcterms:modified xsi:type="dcterms:W3CDTF">2026-05-07T15:21:51Z</dcterms:modified>
</cp:coreProperties>
</file>